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D7225F-9A5D-44BE-9C1C-B53449CDA97A}" v="35" dt="2026-04-23T09:22:02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s Ooms" userId="bb41ac93ba6497d3" providerId="LiveId" clId="{FB613B72-90BA-4AB9-9ADB-0730DE718638}"/>
    <pc:docChg chg="undo custSel addSld modSld">
      <pc:chgData name="Laurens Ooms" userId="bb41ac93ba6497d3" providerId="LiveId" clId="{FB613B72-90BA-4AB9-9ADB-0730DE718638}" dt="2026-04-24T07:00:34.371" v="1362" actId="120"/>
      <pc:docMkLst>
        <pc:docMk/>
      </pc:docMkLst>
      <pc:sldChg chg="modSp new mod">
        <pc:chgData name="Laurens Ooms" userId="bb41ac93ba6497d3" providerId="LiveId" clId="{FB613B72-90BA-4AB9-9ADB-0730DE718638}" dt="2026-04-23T08:18:05.330" v="52" actId="20577"/>
        <pc:sldMkLst>
          <pc:docMk/>
          <pc:sldMk cId="1647855220" sldId="256"/>
        </pc:sldMkLst>
        <pc:spChg chg="mod">
          <ac:chgData name="Laurens Ooms" userId="bb41ac93ba6497d3" providerId="LiveId" clId="{FB613B72-90BA-4AB9-9ADB-0730DE718638}" dt="2026-04-23T08:18:05.330" v="52" actId="20577"/>
          <ac:spMkLst>
            <pc:docMk/>
            <pc:sldMk cId="1647855220" sldId="256"/>
            <ac:spMk id="2" creationId="{B7155FB1-642B-1FCA-C799-22F3A0F92571}"/>
          </ac:spMkLst>
        </pc:spChg>
      </pc:sldChg>
      <pc:sldChg chg="addSp modSp new mod">
        <pc:chgData name="Laurens Ooms" userId="bb41ac93ba6497d3" providerId="LiveId" clId="{FB613B72-90BA-4AB9-9ADB-0730DE718638}" dt="2026-04-23T08:21:49.271" v="186" actId="20577"/>
        <pc:sldMkLst>
          <pc:docMk/>
          <pc:sldMk cId="1163708122" sldId="257"/>
        </pc:sldMkLst>
        <pc:spChg chg="mod">
          <ac:chgData name="Laurens Ooms" userId="bb41ac93ba6497d3" providerId="LiveId" clId="{FB613B72-90BA-4AB9-9ADB-0730DE718638}" dt="2026-04-23T08:18:20.552" v="87" actId="20577"/>
          <ac:spMkLst>
            <pc:docMk/>
            <pc:sldMk cId="1163708122" sldId="257"/>
            <ac:spMk id="2" creationId="{8B856C8F-3575-62AE-7466-E3F6E55C53DD}"/>
          </ac:spMkLst>
        </pc:spChg>
        <pc:spChg chg="mod">
          <ac:chgData name="Laurens Ooms" userId="bb41ac93ba6497d3" providerId="LiveId" clId="{FB613B72-90BA-4AB9-9ADB-0730DE718638}" dt="2026-04-23T08:21:21.340" v="100" actId="14100"/>
          <ac:spMkLst>
            <pc:docMk/>
            <pc:sldMk cId="1163708122" sldId="257"/>
            <ac:spMk id="3" creationId="{FE7BE5D2-50A0-3A64-7798-F14F20D593A7}"/>
          </ac:spMkLst>
        </pc:spChg>
        <pc:spChg chg="add mod">
          <ac:chgData name="Laurens Ooms" userId="bb41ac93ba6497d3" providerId="LiveId" clId="{FB613B72-90BA-4AB9-9ADB-0730DE718638}" dt="2026-04-23T08:21:49.271" v="186" actId="20577"/>
          <ac:spMkLst>
            <pc:docMk/>
            <pc:sldMk cId="1163708122" sldId="257"/>
            <ac:spMk id="4" creationId="{F0601E3F-6675-E102-B850-B38B50748F75}"/>
          </ac:spMkLst>
        </pc:spChg>
      </pc:sldChg>
      <pc:sldChg chg="addSp modSp new mod">
        <pc:chgData name="Laurens Ooms" userId="bb41ac93ba6497d3" providerId="LiveId" clId="{FB613B72-90BA-4AB9-9ADB-0730DE718638}" dt="2026-04-23T08:26:46.462" v="420" actId="14100"/>
        <pc:sldMkLst>
          <pc:docMk/>
          <pc:sldMk cId="2171944557" sldId="258"/>
        </pc:sldMkLst>
        <pc:spChg chg="mod">
          <ac:chgData name="Laurens Ooms" userId="bb41ac93ba6497d3" providerId="LiveId" clId="{FB613B72-90BA-4AB9-9ADB-0730DE718638}" dt="2026-04-23T08:22:50.015" v="221" actId="20577"/>
          <ac:spMkLst>
            <pc:docMk/>
            <pc:sldMk cId="2171944557" sldId="258"/>
            <ac:spMk id="2" creationId="{35646491-95E0-5832-A96C-BCB224014151}"/>
          </ac:spMkLst>
        </pc:spChg>
        <pc:spChg chg="mod">
          <ac:chgData name="Laurens Ooms" userId="bb41ac93ba6497d3" providerId="LiveId" clId="{FB613B72-90BA-4AB9-9ADB-0730DE718638}" dt="2026-04-23T08:26:46.462" v="420" actId="14100"/>
          <ac:spMkLst>
            <pc:docMk/>
            <pc:sldMk cId="2171944557" sldId="258"/>
            <ac:spMk id="3" creationId="{A88A9759-B41F-DF32-25E5-5867B6CB2D31}"/>
          </ac:spMkLst>
        </pc:spChg>
        <pc:spChg chg="add mod">
          <ac:chgData name="Laurens Ooms" userId="bb41ac93ba6497d3" providerId="LiveId" clId="{FB613B72-90BA-4AB9-9ADB-0730DE718638}" dt="2026-04-23T08:24:46.178" v="232" actId="1076"/>
          <ac:spMkLst>
            <pc:docMk/>
            <pc:sldMk cId="2171944557" sldId="258"/>
            <ac:spMk id="6" creationId="{E55B89CE-105A-5ADF-11C2-2BE578749BF2}"/>
          </ac:spMkLst>
        </pc:spChg>
        <pc:picChg chg="add mod">
          <ac:chgData name="Laurens Ooms" userId="bb41ac93ba6497d3" providerId="LiveId" clId="{FB613B72-90BA-4AB9-9ADB-0730DE718638}" dt="2026-04-23T08:24:34.590" v="228" actId="1076"/>
          <ac:picMkLst>
            <pc:docMk/>
            <pc:sldMk cId="2171944557" sldId="258"/>
            <ac:picMk id="5" creationId="{005256C7-F8C9-42CA-3FBB-ED5456B0C912}"/>
          </ac:picMkLst>
        </pc:picChg>
      </pc:sldChg>
      <pc:sldChg chg="addSp delSp modSp new mod">
        <pc:chgData name="Laurens Ooms" userId="bb41ac93ba6497d3" providerId="LiveId" clId="{FB613B72-90BA-4AB9-9ADB-0730DE718638}" dt="2026-04-24T07:00:34.371" v="1362" actId="120"/>
        <pc:sldMkLst>
          <pc:docMk/>
          <pc:sldMk cId="1068009600" sldId="259"/>
        </pc:sldMkLst>
        <pc:spChg chg="mod">
          <ac:chgData name="Laurens Ooms" userId="bb41ac93ba6497d3" providerId="LiveId" clId="{FB613B72-90BA-4AB9-9ADB-0730DE718638}" dt="2026-04-23T08:46:07.583" v="479" actId="20577"/>
          <ac:spMkLst>
            <pc:docMk/>
            <pc:sldMk cId="1068009600" sldId="259"/>
            <ac:spMk id="2" creationId="{1D98BCD7-4A6E-50A0-9BCA-13A9D13798BD}"/>
          </ac:spMkLst>
        </pc:spChg>
        <pc:spChg chg="del">
          <ac:chgData name="Laurens Ooms" userId="bb41ac93ba6497d3" providerId="LiveId" clId="{FB613B72-90BA-4AB9-9ADB-0730DE718638}" dt="2026-04-23T08:44:37.320" v="435"/>
          <ac:spMkLst>
            <pc:docMk/>
            <pc:sldMk cId="1068009600" sldId="259"/>
            <ac:spMk id="3" creationId="{388F0618-C58B-8D61-C6E8-C64220C30776}"/>
          </ac:spMkLst>
        </pc:spChg>
        <pc:graphicFrameChg chg="add mod modGraphic">
          <ac:chgData name="Laurens Ooms" userId="bb41ac93ba6497d3" providerId="LiveId" clId="{FB613B72-90BA-4AB9-9ADB-0730DE718638}" dt="2026-04-24T07:00:34.371" v="1362" actId="120"/>
          <ac:graphicFrameMkLst>
            <pc:docMk/>
            <pc:sldMk cId="1068009600" sldId="259"/>
            <ac:graphicFrameMk id="4" creationId="{92506C0F-208E-D8E5-B13B-6C210ADC1F74}"/>
          </ac:graphicFrameMkLst>
        </pc:graphicFrameChg>
      </pc:sldChg>
      <pc:sldChg chg="addSp delSp modSp new mod setBg">
        <pc:chgData name="Laurens Ooms" userId="bb41ac93ba6497d3" providerId="LiveId" clId="{FB613B72-90BA-4AB9-9ADB-0730DE718638}" dt="2026-04-23T09:22:22.657" v="1240" actId="20577"/>
        <pc:sldMkLst>
          <pc:docMk/>
          <pc:sldMk cId="1104311536" sldId="260"/>
        </pc:sldMkLst>
        <pc:spChg chg="mod">
          <ac:chgData name="Laurens Ooms" userId="bb41ac93ba6497d3" providerId="LiveId" clId="{FB613B72-90BA-4AB9-9ADB-0730DE718638}" dt="2026-04-23T09:22:00.265" v="1205" actId="21"/>
          <ac:spMkLst>
            <pc:docMk/>
            <pc:sldMk cId="1104311536" sldId="260"/>
            <ac:spMk id="2" creationId="{19D114FB-4E5F-2C48-12AF-03EF41781B76}"/>
          </ac:spMkLst>
        </pc:spChg>
        <pc:spChg chg="del">
          <ac:chgData name="Laurens Ooms" userId="bb41ac93ba6497d3" providerId="LiveId" clId="{FB613B72-90BA-4AB9-9ADB-0730DE718638}" dt="2026-04-23T08:54:27.294" v="502"/>
          <ac:spMkLst>
            <pc:docMk/>
            <pc:sldMk cId="1104311536" sldId="260"/>
            <ac:spMk id="3" creationId="{85104553-C4AF-6CCD-8A46-000F0E68012C}"/>
          </ac:spMkLst>
        </pc:spChg>
        <pc:spChg chg="add mod">
          <ac:chgData name="Laurens Ooms" userId="bb41ac93ba6497d3" providerId="LiveId" clId="{FB613B72-90BA-4AB9-9ADB-0730DE718638}" dt="2026-04-23T09:22:22.657" v="1240" actId="20577"/>
          <ac:spMkLst>
            <pc:docMk/>
            <pc:sldMk cId="1104311536" sldId="260"/>
            <ac:spMk id="12" creationId="{62361215-B082-326E-55E8-380C6BFC426B}"/>
          </ac:spMkLst>
        </pc:spChg>
        <pc:spChg chg="add">
          <ac:chgData name="Laurens Ooms" userId="bb41ac93ba6497d3" providerId="LiveId" clId="{FB613B72-90BA-4AB9-9ADB-0730DE718638}" dt="2026-04-23T09:21:51.425" v="1204" actId="26606"/>
          <ac:spMkLst>
            <pc:docMk/>
            <pc:sldMk cId="1104311536" sldId="260"/>
            <ac:spMk id="15" creationId="{115719BB-48A7-4AF4-BB91-DC82E0DF727D}"/>
          </ac:spMkLst>
        </pc:spChg>
        <pc:spChg chg="add">
          <ac:chgData name="Laurens Ooms" userId="bb41ac93ba6497d3" providerId="LiveId" clId="{FB613B72-90BA-4AB9-9ADB-0730DE718638}" dt="2026-04-23T09:21:51.425" v="1204" actId="26606"/>
          <ac:spMkLst>
            <pc:docMk/>
            <pc:sldMk cId="1104311536" sldId="260"/>
            <ac:spMk id="17" creationId="{10973A55-5440-4A99-B526-B5812E46271E}"/>
          </ac:spMkLst>
        </pc:spChg>
        <pc:spChg chg="add">
          <ac:chgData name="Laurens Ooms" userId="bb41ac93ba6497d3" providerId="LiveId" clId="{FB613B72-90BA-4AB9-9ADB-0730DE718638}" dt="2026-04-23T09:21:51.425" v="1204" actId="26606"/>
          <ac:spMkLst>
            <pc:docMk/>
            <pc:sldMk cId="1104311536" sldId="260"/>
            <ac:spMk id="19" creationId="{A9682493-588A-4D52-98F6-FBBD80C07ECB}"/>
          </ac:spMkLst>
        </pc:spChg>
        <pc:spChg chg="add">
          <ac:chgData name="Laurens Ooms" userId="bb41ac93ba6497d3" providerId="LiveId" clId="{FB613B72-90BA-4AB9-9ADB-0730DE718638}" dt="2026-04-23T09:21:51.425" v="1204" actId="26606"/>
          <ac:spMkLst>
            <pc:docMk/>
            <pc:sldMk cId="1104311536" sldId="260"/>
            <ac:spMk id="21" creationId="{FBEC5A7A-ADE4-48D9-B89C-2BA1C9110632}"/>
          </ac:spMkLst>
        </pc:spChg>
        <pc:spChg chg="add">
          <ac:chgData name="Laurens Ooms" userId="bb41ac93ba6497d3" providerId="LiveId" clId="{FB613B72-90BA-4AB9-9ADB-0730DE718638}" dt="2026-04-23T09:21:51.425" v="1204" actId="26606"/>
          <ac:spMkLst>
            <pc:docMk/>
            <pc:sldMk cId="1104311536" sldId="260"/>
            <ac:spMk id="23" creationId="{82095FCE-EF05-4443-B97A-85DEE3A5CA17}"/>
          </ac:spMkLst>
        </pc:spChg>
        <pc:graphicFrameChg chg="add mod">
          <ac:chgData name="Laurens Ooms" userId="bb41ac93ba6497d3" providerId="LiveId" clId="{FB613B72-90BA-4AB9-9ADB-0730DE718638}" dt="2026-04-23T08:54:21.387" v="500"/>
          <ac:graphicFrameMkLst>
            <pc:docMk/>
            <pc:sldMk cId="1104311536" sldId="260"/>
            <ac:graphicFrameMk id="4" creationId="{93989605-5D74-DBC1-E0E7-702D231DF52F}"/>
          </ac:graphicFrameMkLst>
        </pc:graphicFrameChg>
        <pc:picChg chg="add mod ord">
          <ac:chgData name="Laurens Ooms" userId="bb41ac93ba6497d3" providerId="LiveId" clId="{FB613B72-90BA-4AB9-9ADB-0730DE718638}" dt="2026-04-23T09:21:51.425" v="1204" actId="26606"/>
          <ac:picMkLst>
            <pc:docMk/>
            <pc:sldMk cId="1104311536" sldId="260"/>
            <ac:picMk id="6" creationId="{D0F089A3-3F1E-DE3E-13A2-8174D059C60E}"/>
          </ac:picMkLst>
        </pc:picChg>
        <pc:picChg chg="add mod">
          <ac:chgData name="Laurens Ooms" userId="bb41ac93ba6497d3" providerId="LiveId" clId="{FB613B72-90BA-4AB9-9ADB-0730DE718638}" dt="2026-04-23T09:21:51.425" v="1204" actId="26606"/>
          <ac:picMkLst>
            <pc:docMk/>
            <pc:sldMk cId="1104311536" sldId="260"/>
            <ac:picMk id="8" creationId="{5CDE04BE-B054-49BB-5187-3D7A72BE50C9}"/>
          </ac:picMkLst>
        </pc:picChg>
      </pc:sldChg>
      <pc:sldChg chg="addSp delSp modSp new mod setBg">
        <pc:chgData name="Laurens Ooms" userId="bb41ac93ba6497d3" providerId="LiveId" clId="{FB613B72-90BA-4AB9-9ADB-0730DE718638}" dt="2026-04-23T09:21:45.802" v="1203" actId="26606"/>
        <pc:sldMkLst>
          <pc:docMk/>
          <pc:sldMk cId="3335788697" sldId="261"/>
        </pc:sldMkLst>
        <pc:spChg chg="mod">
          <ac:chgData name="Laurens Ooms" userId="bb41ac93ba6497d3" providerId="LiveId" clId="{FB613B72-90BA-4AB9-9ADB-0730DE718638}" dt="2026-04-23T09:21:45.802" v="1203" actId="26606"/>
          <ac:spMkLst>
            <pc:docMk/>
            <pc:sldMk cId="3335788697" sldId="261"/>
            <ac:spMk id="2" creationId="{786313B4-3646-015D-F4BD-8D047F2E3FC1}"/>
          </ac:spMkLst>
        </pc:spChg>
        <pc:spChg chg="mod">
          <ac:chgData name="Laurens Ooms" userId="bb41ac93ba6497d3" providerId="LiveId" clId="{FB613B72-90BA-4AB9-9ADB-0730DE718638}" dt="2026-04-23T09:21:45.802" v="1203" actId="26606"/>
          <ac:spMkLst>
            <pc:docMk/>
            <pc:sldMk cId="3335788697" sldId="261"/>
            <ac:spMk id="3" creationId="{078AE58B-FF48-3E14-F9E1-569801FAD204}"/>
          </ac:spMkLst>
        </pc:spChg>
        <pc:spChg chg="add">
          <ac:chgData name="Laurens Ooms" userId="bb41ac93ba6497d3" providerId="LiveId" clId="{FB613B72-90BA-4AB9-9ADB-0730DE718638}" dt="2026-04-23T09:21:45.802" v="1203" actId="26606"/>
          <ac:spMkLst>
            <pc:docMk/>
            <pc:sldMk cId="3335788697" sldId="261"/>
            <ac:spMk id="17" creationId="{0B9EE3F3-89B7-43C3-8651-C4C96830993D}"/>
          </ac:spMkLst>
        </pc:spChg>
        <pc:spChg chg="add">
          <ac:chgData name="Laurens Ooms" userId="bb41ac93ba6497d3" providerId="LiveId" clId="{FB613B72-90BA-4AB9-9ADB-0730DE718638}" dt="2026-04-23T09:21:45.802" v="1203" actId="26606"/>
          <ac:spMkLst>
            <pc:docMk/>
            <pc:sldMk cId="3335788697" sldId="261"/>
            <ac:spMk id="19" creationId="{33AE4636-AEEC-45D6-84D4-7AC2DA48ECF8}"/>
          </ac:spMkLst>
        </pc:spChg>
        <pc:spChg chg="add">
          <ac:chgData name="Laurens Ooms" userId="bb41ac93ba6497d3" providerId="LiveId" clId="{FB613B72-90BA-4AB9-9ADB-0730DE718638}" dt="2026-04-23T09:21:45.802" v="1203" actId="26606"/>
          <ac:spMkLst>
            <pc:docMk/>
            <pc:sldMk cId="3335788697" sldId="261"/>
            <ac:spMk id="21" creationId="{8D9CE0F4-2EB2-4F1F-8AAC-DB3571D9FE10}"/>
          </ac:spMkLst>
        </pc:spChg>
        <pc:grpChg chg="add del">
          <ac:chgData name="Laurens Ooms" userId="bb41ac93ba6497d3" providerId="LiveId" clId="{FB613B72-90BA-4AB9-9ADB-0730DE718638}" dt="2026-04-23T09:21:45.802" v="1203" actId="26606"/>
          <ac:grpSpMkLst>
            <pc:docMk/>
            <pc:sldMk cId="3335788697" sldId="261"/>
            <ac:grpSpMk id="10" creationId="{6258F736-B256-8039-9DC6-F4E49A5C5AD5}"/>
          </ac:grpSpMkLst>
        </pc:grpChg>
        <pc:picChg chg="add mod">
          <ac:chgData name="Laurens Ooms" userId="bb41ac93ba6497d3" providerId="LiveId" clId="{FB613B72-90BA-4AB9-9ADB-0730DE718638}" dt="2026-04-23T09:21:45.802" v="1203" actId="26606"/>
          <ac:picMkLst>
            <pc:docMk/>
            <pc:sldMk cId="3335788697" sldId="261"/>
            <ac:picMk id="5" creationId="{E929CD3A-35F2-98B0-7789-72F0BE916E32}"/>
          </ac:picMkLst>
        </pc:picChg>
      </pc:sldChg>
      <pc:sldChg chg="addSp delSp modSp new mod setBg">
        <pc:chgData name="Laurens Ooms" userId="bb41ac93ba6497d3" providerId="LiveId" clId="{FB613B72-90BA-4AB9-9ADB-0730DE718638}" dt="2026-04-23T09:17:04.976" v="1202" actId="26606"/>
        <pc:sldMkLst>
          <pc:docMk/>
          <pc:sldMk cId="912062900" sldId="262"/>
        </pc:sldMkLst>
        <pc:spChg chg="mod">
          <ac:chgData name="Laurens Ooms" userId="bb41ac93ba6497d3" providerId="LiveId" clId="{FB613B72-90BA-4AB9-9ADB-0730DE718638}" dt="2026-04-23T09:17:04.976" v="1202" actId="26606"/>
          <ac:spMkLst>
            <pc:docMk/>
            <pc:sldMk cId="912062900" sldId="262"/>
            <ac:spMk id="2" creationId="{0786F8ED-3C22-D066-7F1D-7C93EC45B302}"/>
          </ac:spMkLst>
        </pc:spChg>
        <pc:spChg chg="del">
          <ac:chgData name="Laurens Ooms" userId="bb41ac93ba6497d3" providerId="LiveId" clId="{FB613B72-90BA-4AB9-9ADB-0730DE718638}" dt="2026-04-23T09:11:41.535" v="1011"/>
          <ac:spMkLst>
            <pc:docMk/>
            <pc:sldMk cId="912062900" sldId="262"/>
            <ac:spMk id="3" creationId="{06337572-71A8-C86E-B8D2-54265E328B1D}"/>
          </ac:spMkLst>
        </pc:spChg>
        <pc:spChg chg="add mod">
          <ac:chgData name="Laurens Ooms" userId="bb41ac93ba6497d3" providerId="LiveId" clId="{FB613B72-90BA-4AB9-9ADB-0730DE718638}" dt="2026-04-23T09:17:04.976" v="1202" actId="26606"/>
          <ac:spMkLst>
            <pc:docMk/>
            <pc:sldMk cId="912062900" sldId="262"/>
            <ac:spMk id="6" creationId="{35252EE0-426E-49E4-D48D-347324352AF3}"/>
          </ac:spMkLst>
        </pc:spChg>
        <pc:spChg chg="add">
          <ac:chgData name="Laurens Ooms" userId="bb41ac93ba6497d3" providerId="LiveId" clId="{FB613B72-90BA-4AB9-9ADB-0730DE718638}" dt="2026-04-23T09:17:04.976" v="1202" actId="26606"/>
          <ac:spMkLst>
            <pc:docMk/>
            <pc:sldMk cId="912062900" sldId="262"/>
            <ac:spMk id="15" creationId="{8D9CE0F4-2EB2-4F1F-8AAC-DB3571D9FE10}"/>
          </ac:spMkLst>
        </pc:spChg>
        <pc:spChg chg="add">
          <ac:chgData name="Laurens Ooms" userId="bb41ac93ba6497d3" providerId="LiveId" clId="{FB613B72-90BA-4AB9-9ADB-0730DE718638}" dt="2026-04-23T09:17:04.976" v="1202" actId="26606"/>
          <ac:spMkLst>
            <pc:docMk/>
            <pc:sldMk cId="912062900" sldId="262"/>
            <ac:spMk id="16" creationId="{0B9EE3F3-89B7-43C3-8651-C4C96830993D}"/>
          </ac:spMkLst>
        </pc:spChg>
        <pc:spChg chg="add">
          <ac:chgData name="Laurens Ooms" userId="bb41ac93ba6497d3" providerId="LiveId" clId="{FB613B72-90BA-4AB9-9ADB-0730DE718638}" dt="2026-04-23T09:17:04.976" v="1202" actId="26606"/>
          <ac:spMkLst>
            <pc:docMk/>
            <pc:sldMk cId="912062900" sldId="262"/>
            <ac:spMk id="17" creationId="{33AE4636-AEEC-45D6-84D4-7AC2DA48ECF8}"/>
          </ac:spMkLst>
        </pc:spChg>
        <pc:grpChg chg="add del">
          <ac:chgData name="Laurens Ooms" userId="bb41ac93ba6497d3" providerId="LiveId" clId="{FB613B72-90BA-4AB9-9ADB-0730DE718638}" dt="2026-04-23T09:17:04.965" v="1201" actId="26606"/>
          <ac:grpSpMkLst>
            <pc:docMk/>
            <pc:sldMk cId="912062900" sldId="262"/>
            <ac:grpSpMk id="11" creationId="{6258F736-B256-8039-9DC6-F4E49A5C5AD5}"/>
          </ac:grpSpMkLst>
        </pc:grpChg>
        <pc:picChg chg="add mod ord">
          <ac:chgData name="Laurens Ooms" userId="bb41ac93ba6497d3" providerId="LiveId" clId="{FB613B72-90BA-4AB9-9ADB-0730DE718638}" dt="2026-04-23T09:17:04.976" v="1202" actId="26606"/>
          <ac:picMkLst>
            <pc:docMk/>
            <pc:sldMk cId="912062900" sldId="262"/>
            <ac:picMk id="5" creationId="{6BB4E5B4-1C6F-9E83-1FA3-C47279B56DB1}"/>
          </ac:picMkLst>
        </pc:picChg>
      </pc:sldChg>
      <pc:sldChg chg="addSp delSp modSp new mod setBg">
        <pc:chgData name="Laurens Ooms" userId="bb41ac93ba6497d3" providerId="LiveId" clId="{FB613B72-90BA-4AB9-9ADB-0730DE718638}" dt="2026-04-23T09:29:01.354" v="1360" actId="20577"/>
        <pc:sldMkLst>
          <pc:docMk/>
          <pc:sldMk cId="1870908823" sldId="263"/>
        </pc:sldMkLst>
        <pc:spChg chg="mod">
          <ac:chgData name="Laurens Ooms" userId="bb41ac93ba6497d3" providerId="LiveId" clId="{FB613B72-90BA-4AB9-9ADB-0730DE718638}" dt="2026-04-23T09:26:32.184" v="1254" actId="26606"/>
          <ac:spMkLst>
            <pc:docMk/>
            <pc:sldMk cId="1870908823" sldId="263"/>
            <ac:spMk id="2" creationId="{A2B134B9-6564-1FCB-B94E-8F0D991FF009}"/>
          </ac:spMkLst>
        </pc:spChg>
        <pc:spChg chg="mod">
          <ac:chgData name="Laurens Ooms" userId="bb41ac93ba6497d3" providerId="LiveId" clId="{FB613B72-90BA-4AB9-9ADB-0730DE718638}" dt="2026-04-23T09:29:01.354" v="1360" actId="20577"/>
          <ac:spMkLst>
            <pc:docMk/>
            <pc:sldMk cId="1870908823" sldId="263"/>
            <ac:spMk id="3" creationId="{E29F04C9-AAFB-B139-478D-CC097B486720}"/>
          </ac:spMkLst>
        </pc:spChg>
        <pc:spChg chg="add del">
          <ac:chgData name="Laurens Ooms" userId="bb41ac93ba6497d3" providerId="LiveId" clId="{FB613B72-90BA-4AB9-9ADB-0730DE718638}" dt="2026-04-23T09:26:32.184" v="1254" actId="26606"/>
          <ac:spMkLst>
            <pc:docMk/>
            <pc:sldMk cId="1870908823" sldId="263"/>
            <ac:spMk id="10" creationId="{0B9EE3F3-89B7-43C3-8651-C4C96830993D}"/>
          </ac:spMkLst>
        </pc:spChg>
        <pc:spChg chg="add del">
          <ac:chgData name="Laurens Ooms" userId="bb41ac93ba6497d3" providerId="LiveId" clId="{FB613B72-90BA-4AB9-9ADB-0730DE718638}" dt="2026-04-23T09:26:32.184" v="1254" actId="26606"/>
          <ac:spMkLst>
            <pc:docMk/>
            <pc:sldMk cId="1870908823" sldId="263"/>
            <ac:spMk id="12" creationId="{33AE4636-AEEC-45D6-84D4-7AC2DA48ECF8}"/>
          </ac:spMkLst>
        </pc:spChg>
        <pc:spChg chg="add del">
          <ac:chgData name="Laurens Ooms" userId="bb41ac93ba6497d3" providerId="LiveId" clId="{FB613B72-90BA-4AB9-9ADB-0730DE718638}" dt="2026-04-23T09:26:32.184" v="1254" actId="26606"/>
          <ac:spMkLst>
            <pc:docMk/>
            <pc:sldMk cId="1870908823" sldId="263"/>
            <ac:spMk id="14" creationId="{8D9CE0F4-2EB2-4F1F-8AAC-DB3571D9FE10}"/>
          </ac:spMkLst>
        </pc:spChg>
        <pc:spChg chg="add">
          <ac:chgData name="Laurens Ooms" userId="bb41ac93ba6497d3" providerId="LiveId" clId="{FB613B72-90BA-4AB9-9ADB-0730DE718638}" dt="2026-04-23T09:26:32.184" v="1254" actId="26606"/>
          <ac:spMkLst>
            <pc:docMk/>
            <pc:sldMk cId="1870908823" sldId="263"/>
            <ac:spMk id="19" creationId="{385E1BDC-A9B0-4A87-82E3-F3187F69A802}"/>
          </ac:spMkLst>
        </pc:spChg>
        <pc:spChg chg="add">
          <ac:chgData name="Laurens Ooms" userId="bb41ac93ba6497d3" providerId="LiveId" clId="{FB613B72-90BA-4AB9-9ADB-0730DE718638}" dt="2026-04-23T09:26:32.184" v="1254" actId="26606"/>
          <ac:spMkLst>
            <pc:docMk/>
            <pc:sldMk cId="1870908823" sldId="263"/>
            <ac:spMk id="21" creationId="{0990C621-3B8B-4820-8328-D47EF7CE823C}"/>
          </ac:spMkLst>
        </pc:spChg>
        <pc:spChg chg="add">
          <ac:chgData name="Laurens Ooms" userId="bb41ac93ba6497d3" providerId="LiveId" clId="{FB613B72-90BA-4AB9-9ADB-0730DE718638}" dt="2026-04-23T09:26:32.184" v="1254" actId="26606"/>
          <ac:spMkLst>
            <pc:docMk/>
            <pc:sldMk cId="1870908823" sldId="263"/>
            <ac:spMk id="23" creationId="{C1A2385B-1D2A-4E17-84FA-6CB7F0AAE473}"/>
          </ac:spMkLst>
        </pc:spChg>
        <pc:spChg chg="add">
          <ac:chgData name="Laurens Ooms" userId="bb41ac93ba6497d3" providerId="LiveId" clId="{FB613B72-90BA-4AB9-9ADB-0730DE718638}" dt="2026-04-23T09:26:32.184" v="1254" actId="26606"/>
          <ac:spMkLst>
            <pc:docMk/>
            <pc:sldMk cId="1870908823" sldId="263"/>
            <ac:spMk id="25" creationId="{5E791F2F-79DB-4CC0-9FA1-001E3E91E8B7}"/>
          </ac:spMkLst>
        </pc:spChg>
        <pc:picChg chg="add mod">
          <ac:chgData name="Laurens Ooms" userId="bb41ac93ba6497d3" providerId="LiveId" clId="{FB613B72-90BA-4AB9-9ADB-0730DE718638}" dt="2026-04-23T09:26:05.236" v="1252" actId="26606"/>
          <ac:picMkLst>
            <pc:docMk/>
            <pc:sldMk cId="1870908823" sldId="263"/>
            <ac:picMk id="5" creationId="{707BFE40-BCDD-C760-C32E-A8E3D377C001}"/>
          </ac:picMkLst>
        </pc:picChg>
        <pc:picChg chg="add mod">
          <ac:chgData name="Laurens Ooms" userId="bb41ac93ba6497d3" providerId="LiveId" clId="{FB613B72-90BA-4AB9-9ADB-0730DE718638}" dt="2026-04-23T09:26:32.184" v="1254" actId="26606"/>
          <ac:picMkLst>
            <pc:docMk/>
            <pc:sldMk cId="1870908823" sldId="263"/>
            <ac:picMk id="7" creationId="{8DA82C25-438D-4E5F-C047-DB12B842C6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6D2B-1EFF-2270-1D16-83B02B49A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91E57-B627-DF88-5AB4-C55D30B6E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C8369-A2A9-8840-D74B-5508817B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DC1EB-38B3-4ECA-9F5B-F93704633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86648-A970-533E-F3F8-9A1CDFDC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825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3DB5-7657-CC45-6620-6A94AD14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06584-5A27-E5C8-5C98-F1269B2D1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301BF-1C76-6CC2-A214-0D648320E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6F3DF-F277-9F76-B8B9-A3116620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18F06-3D71-0442-30DB-9488E398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733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9E8A-D4F7-ED9B-0341-445F69E9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51882-BBC6-D2ED-5637-6B5AEEDEB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1B2BD-6710-42BE-B55F-D4E212DAD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F9E76-D7EE-0670-ACB8-2E1A07C7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BFE44-49CE-F3DE-CB41-C0831732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715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A29E-6E94-273A-EFE3-82B1D3652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D5957-E15A-0AA2-37EA-7177B3463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B1E3D-0C66-5DA9-F5EF-44036C660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4579-DE4C-C780-7800-A93B7DDD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FAB1-A483-E175-E82C-02C1F1F4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68A07-6F64-C706-64D1-C4D15B47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9554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1889-4F78-81C3-12E7-34A4635A8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90A6A-90C4-B42B-1B33-C2367D770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D4A91-9461-8908-081E-C37F6E9D7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F769B-1B56-A271-DD02-E42E9A324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55D1F-B31A-4ABF-9779-104D94EAD1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452FA-CE0E-66B3-998A-E921C878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7D6EA-47FF-631D-1DCB-70F52DB3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3F0F2-F937-F91D-2130-F6296B0F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016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60C2-CB39-0CA6-5FDE-DA1EA0B5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603548-8A58-4426-676D-8CD038DE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8F233-DC13-FD0D-2089-516A1D69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4F292-E4B2-7A14-50AB-F0F918D18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782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70791D-B8FF-B42D-71B9-21DD20FD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9C55B-E0D0-4037-5630-F2456E08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8C8A4-E027-074E-DF98-381124B4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651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3D47-8226-EBB7-87BA-D0A9EE04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861C0-C677-7BF5-ECF0-66B01AD79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3A1F0-3C37-4645-DF4A-77C0008AD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38EC1-5A71-786B-6534-AAF88E9E5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A97B9-C673-0DD1-3898-F3D5F4ED3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7474-E860-F49F-66D6-BF9B4FB5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874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94B3-DB45-16B4-BB4A-6B770F57F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D1F342-2065-AAC5-1A84-1CB2AB978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61627-F56A-511A-99C1-E01EEF9D8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9BE88-6E07-1555-9819-2E3E3C9DF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9312A-8E41-D923-3643-35E13F9B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0B8AC-937C-0435-9073-662CBBEB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034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8C0B-0284-462C-3297-30DA108F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C09FA-71E5-85F8-DE80-06FF21D2B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9DCDF-9066-A4FB-EF10-6B1C5544B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F8E81-7255-76E8-E585-0AB47F33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0E86F-2466-9ABF-A2EF-D2D995016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045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547D8-4192-658D-0123-B34E87F83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DBEC6-C30F-DB59-2DDD-C6372DA81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841E6-4510-6C62-0EF8-AB5FC3F8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4D628-926B-D2F8-1C67-A5DA0FC30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8D6A3-C894-5BAB-B5B0-3A5AF4C7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168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1A327-5372-EF57-C272-219CBD88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C0CBA-FE98-30A2-1C53-452B4C5B9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32F4A-5469-9A20-EB7B-0AA5F7C2D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86B98-BD9D-486D-9F2C-C32D460F339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53C94-2D39-820F-133C-83587A32A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0DEE6-5188-F2B5-35F8-3882B51C2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D187F-7696-43A1-8DAB-508A805EF82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596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5FB1-642B-1FCA-C799-22F3A0F925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Validation</a:t>
            </a:r>
            <a:r>
              <a:rPr lang="nl-NL" dirty="0"/>
              <a:t> of Damen </a:t>
            </a:r>
            <a:r>
              <a:rPr lang="nl-NL" dirty="0" err="1"/>
              <a:t>Installability</a:t>
            </a:r>
            <a:r>
              <a:rPr lang="nl-NL" dirty="0"/>
              <a:t> Pipe routing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755B0-7D66-2E23-4340-94216E204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785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6C8F-3575-62AE-7466-E3F6E55C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Built </a:t>
            </a:r>
            <a:r>
              <a:rPr lang="nl-NL" dirty="0" err="1"/>
              <a:t>around</a:t>
            </a:r>
            <a:r>
              <a:rPr lang="nl-NL" dirty="0"/>
              <a:t> </a:t>
            </a:r>
            <a:r>
              <a:rPr lang="nl-NL" dirty="0" err="1"/>
              <a:t>cost</a:t>
            </a:r>
            <a:r>
              <a:rPr lang="nl-NL" dirty="0"/>
              <a:t> </a:t>
            </a:r>
            <a:r>
              <a:rPr lang="nl-NL" dirty="0" err="1"/>
              <a:t>function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BE5D2-50A0-3A64-7798-F14F20D59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6186" y="2506662"/>
                <a:ext cx="10515600" cy="5708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nl-NL" sz="21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nl-NL" sz="21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sz="21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nl-NL" sz="210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l-NL" sz="21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𝑑𝑖𝑠𝑡</m:t>
                          </m:r>
                        </m:sub>
                      </m:sSub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21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𝑏𝑒𝑛𝑑</m:t>
                          </m:r>
                        </m:sub>
                      </m:sSub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𝑏𝑒𝑛𝑑</m:t>
                      </m:r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21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𝑣𝑒𝑟𝑡</m:t>
                          </m:r>
                        </m:sub>
                      </m:sSub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nl-NL" sz="21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𝑣𝑒𝑟𝑡</m:t>
                          </m:r>
                        </m:sub>
                      </m:sSub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21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𝑖𝑛𝑠𝑡</m:t>
                          </m:r>
                        </m:sub>
                      </m:sSub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nl-NL" sz="21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nl-NL" sz="21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1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nl-NL" sz="2100" i="1" dirty="0" smtClean="0">
                                  <a:latin typeface="Cambria Math" panose="02040503050406030204" pitchFamily="18" charset="0"/>
                                </a:rPr>
                                <m:t>𝑖𝑛𝑠𝑡</m:t>
                              </m:r>
                            </m:sub>
                          </m:sSub>
                          <m:d>
                            <m:dPr>
                              <m:ctrlPr>
                                <a:rPr lang="nl-NL" sz="21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NL" sz="21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NL" sz="210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nl-NL" sz="210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nl-NL" sz="21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𝑡𝑟𝑎𝑦</m:t>
                          </m:r>
                        </m:sub>
                      </m:sSub>
                      <m:r>
                        <a:rPr lang="nl-NL" sz="210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nl-NL" sz="21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nl-NL" sz="2100" i="1" dirty="0" smtClean="0">
                              <a:latin typeface="Cambria Math" panose="02040503050406030204" pitchFamily="18" charset="0"/>
                            </a:rPr>
                            <m:t>𝑡𝑟𝑎𝑦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BE5D2-50A0-3A64-7798-F14F20D59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6186" y="2506662"/>
                <a:ext cx="10515600" cy="570835"/>
              </a:xfrm>
              <a:blipFill>
                <a:blip r:embed="rId2"/>
                <a:stretch>
                  <a:fillRect t="-8511" r="-34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0601E3F-6675-E102-B850-B38B50748F75}"/>
              </a:ext>
            </a:extLst>
          </p:cNvPr>
          <p:cNvSpPr txBox="1"/>
          <p:nvPr/>
        </p:nvSpPr>
        <p:spPr>
          <a:xfrm>
            <a:off x="956186" y="3429000"/>
            <a:ext cx="8168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Weights</a:t>
            </a:r>
            <a:r>
              <a:rPr lang="nl-NL" dirty="0"/>
              <a:t> </a:t>
            </a:r>
            <a:r>
              <a:rPr lang="nl-NL" dirty="0" err="1"/>
              <a:t>allow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fine </a:t>
            </a:r>
            <a:r>
              <a:rPr lang="nl-NL" dirty="0" err="1"/>
              <a:t>tuning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Weight</a:t>
            </a:r>
            <a:r>
              <a:rPr lang="nl-NL" dirty="0"/>
              <a:t> </a:t>
            </a:r>
            <a:r>
              <a:rPr lang="nl-NL" dirty="0" err="1"/>
              <a:t>allow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vefication</a:t>
            </a:r>
            <a:r>
              <a:rPr lang="nl-NL" dirty="0"/>
              <a:t> of </a:t>
            </a:r>
            <a:r>
              <a:rPr lang="nl-NL" dirty="0" err="1"/>
              <a:t>cost</a:t>
            </a:r>
            <a:r>
              <a:rPr lang="nl-NL" dirty="0"/>
              <a:t> </a:t>
            </a:r>
            <a:r>
              <a:rPr lang="nl-NL" dirty="0" err="1"/>
              <a:t>function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370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6491-95E0-5832-A96C-BCB22401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Adjusting</a:t>
            </a:r>
            <a:r>
              <a:rPr lang="nl-NL" dirty="0"/>
              <a:t> </a:t>
            </a:r>
            <a:r>
              <a:rPr lang="nl-NL" dirty="0" err="1"/>
              <a:t>installability</a:t>
            </a:r>
            <a:r>
              <a:rPr lang="nl-NL" dirty="0"/>
              <a:t> </a:t>
            </a:r>
            <a:r>
              <a:rPr lang="nl-NL" dirty="0" err="1"/>
              <a:t>dominance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A9759-B41F-DF32-25E5-5867B6CB2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2619" y="1996559"/>
            <a:ext cx="3411794" cy="16512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200" dirty="0" err="1"/>
              <a:t>Adjusting</a:t>
            </a:r>
            <a:r>
              <a:rPr lang="nl-NL" sz="2200" dirty="0"/>
              <a:t> </a:t>
            </a:r>
            <a:r>
              <a:rPr lang="nl-NL" sz="2200" dirty="0" err="1"/>
              <a:t>this</a:t>
            </a:r>
            <a:r>
              <a:rPr lang="nl-NL" sz="2200" dirty="0"/>
              <a:t> shows </a:t>
            </a:r>
            <a:r>
              <a:rPr lang="nl-NL" sz="2200" dirty="0" err="1"/>
              <a:t>effects</a:t>
            </a:r>
            <a:r>
              <a:rPr lang="nl-NL" sz="2200" dirty="0"/>
              <a:t> of </a:t>
            </a:r>
            <a:r>
              <a:rPr lang="nl-NL" sz="2200" dirty="0" err="1"/>
              <a:t>implementing</a:t>
            </a:r>
            <a:r>
              <a:rPr lang="nl-NL" sz="2200" dirty="0"/>
              <a:t> </a:t>
            </a:r>
            <a:r>
              <a:rPr lang="nl-NL" sz="2200" dirty="0" err="1"/>
              <a:t>the</a:t>
            </a:r>
            <a:r>
              <a:rPr lang="nl-NL" sz="2200" dirty="0"/>
              <a:t> </a:t>
            </a:r>
            <a:r>
              <a:rPr lang="nl-NL" sz="2200" dirty="0" err="1"/>
              <a:t>novel</a:t>
            </a:r>
            <a:r>
              <a:rPr lang="nl-NL" sz="2200" dirty="0"/>
              <a:t> “</a:t>
            </a:r>
            <a:r>
              <a:rPr lang="nl-NL" sz="2200" dirty="0" err="1"/>
              <a:t>installability</a:t>
            </a:r>
            <a:r>
              <a:rPr lang="nl-NL" sz="2200" dirty="0"/>
              <a:t>” </a:t>
            </a:r>
            <a:r>
              <a:rPr lang="nl-NL" sz="2200" dirty="0" err="1"/>
              <a:t>fuzzy</a:t>
            </a:r>
            <a:r>
              <a:rPr lang="nl-NL" sz="2200" dirty="0"/>
              <a:t> logic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5256C7-F8C9-42CA-3FBB-ED5456B0C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1303"/>
            <a:ext cx="6548284" cy="2970525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E55B89CE-105A-5ADF-11C2-2BE578749BF2}"/>
              </a:ext>
            </a:extLst>
          </p:cNvPr>
          <p:cNvSpPr/>
          <p:nvPr/>
        </p:nvSpPr>
        <p:spPr>
          <a:xfrm rot="19407438">
            <a:off x="1678669" y="1695181"/>
            <a:ext cx="1255805" cy="26088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1944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134B9-6564-1FCB-B94E-8F0D991F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nl-NL" sz="3200"/>
              <a:t>Input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F04C9-AAFB-B139-478D-CC097B486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r>
              <a:rPr lang="nl-NL" sz="1800" dirty="0" err="1"/>
              <a:t>Based</a:t>
            </a:r>
            <a:r>
              <a:rPr lang="nl-NL" sz="1800" dirty="0"/>
              <a:t> on a </a:t>
            </a:r>
            <a:r>
              <a:rPr lang="nl-NL" sz="1800" dirty="0" err="1"/>
              <a:t>fictional</a:t>
            </a:r>
            <a:r>
              <a:rPr lang="nl-NL" sz="1800" dirty="0"/>
              <a:t> </a:t>
            </a:r>
            <a:r>
              <a:rPr lang="nl-NL" sz="1800" dirty="0" err="1"/>
              <a:t>average</a:t>
            </a:r>
            <a:r>
              <a:rPr lang="nl-NL" sz="1800" dirty="0"/>
              <a:t> engine room equipment </a:t>
            </a:r>
            <a:r>
              <a:rPr lang="nl-NL" sz="1800" dirty="0" err="1"/>
              <a:t>layout</a:t>
            </a:r>
            <a:r>
              <a:rPr lang="nl-NL" sz="18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A82C25-438D-4E5F-C047-DB12B842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45" y="2729397"/>
            <a:ext cx="5313585" cy="34838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7BFE40-BCDD-C760-C32E-A8E3D377C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152693"/>
            <a:ext cx="5523082" cy="263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0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98BCD7-4A6E-50A0-9BCA-13A9D13798B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nl-NL" dirty="0" err="1"/>
                  <a:t>Outputs</a:t>
                </a:r>
                <a:r>
                  <a:rPr lang="nl-NL" dirty="0"/>
                  <a:t>:</a:t>
                </a:r>
                <a:br>
                  <a:rPr lang="nl-NL" dirty="0"/>
                </a:br>
                <a:r>
                  <a:rPr lang="nl-NL" sz="2400" dirty="0" err="1"/>
                  <a:t>Example</a:t>
                </a:r>
                <a:r>
                  <a:rPr lang="nl-NL" sz="2400" dirty="0"/>
                  <a:t> </a:t>
                </a:r>
                <a:r>
                  <a:rPr lang="nl-NL" sz="2400" dirty="0" err="1"/>
                  <a:t>for</a:t>
                </a:r>
                <a:r>
                  <a:rPr lang="nl-NL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sz="2400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sz="2400" b="0" i="1" smtClean="0">
                            <a:latin typeface="Cambria Math" panose="02040503050406030204" pitchFamily="18" charset="0"/>
                          </a:rPr>
                          <m:t>inst</m:t>
                        </m:r>
                      </m:sub>
                    </m:sSub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 0.0</m:t>
                    </m:r>
                  </m:oMath>
                </a14:m>
                <a:endParaRPr lang="nl-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98BCD7-4A6E-50A0-9BCA-13A9D1379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27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506C0F-208E-D8E5-B13B-6C210ADC1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208548"/>
              </p:ext>
            </p:extLst>
          </p:nvPr>
        </p:nvGraphicFramePr>
        <p:xfrm>
          <a:off x="1412240" y="2140051"/>
          <a:ext cx="8899176" cy="4352824"/>
        </p:xfrm>
        <a:graphic>
          <a:graphicData uri="http://schemas.openxmlformats.org/drawingml/2006/table">
            <a:tbl>
              <a:tblPr/>
              <a:tblGrid>
                <a:gridCol w="1112397">
                  <a:extLst>
                    <a:ext uri="{9D8B030D-6E8A-4147-A177-3AD203B41FA5}">
                      <a16:colId xmlns:a16="http://schemas.microsoft.com/office/drawing/2014/main" val="531352187"/>
                    </a:ext>
                  </a:extLst>
                </a:gridCol>
                <a:gridCol w="1112397">
                  <a:extLst>
                    <a:ext uri="{9D8B030D-6E8A-4147-A177-3AD203B41FA5}">
                      <a16:colId xmlns:a16="http://schemas.microsoft.com/office/drawing/2014/main" val="3153890158"/>
                    </a:ext>
                  </a:extLst>
                </a:gridCol>
                <a:gridCol w="1112397">
                  <a:extLst>
                    <a:ext uri="{9D8B030D-6E8A-4147-A177-3AD203B41FA5}">
                      <a16:colId xmlns:a16="http://schemas.microsoft.com/office/drawing/2014/main" val="726276351"/>
                    </a:ext>
                  </a:extLst>
                </a:gridCol>
                <a:gridCol w="1112397">
                  <a:extLst>
                    <a:ext uri="{9D8B030D-6E8A-4147-A177-3AD203B41FA5}">
                      <a16:colId xmlns:a16="http://schemas.microsoft.com/office/drawing/2014/main" val="340639374"/>
                    </a:ext>
                  </a:extLst>
                </a:gridCol>
                <a:gridCol w="1112397">
                  <a:extLst>
                    <a:ext uri="{9D8B030D-6E8A-4147-A177-3AD203B41FA5}">
                      <a16:colId xmlns:a16="http://schemas.microsoft.com/office/drawing/2014/main" val="618889812"/>
                    </a:ext>
                  </a:extLst>
                </a:gridCol>
                <a:gridCol w="1112397">
                  <a:extLst>
                    <a:ext uri="{9D8B030D-6E8A-4147-A177-3AD203B41FA5}">
                      <a16:colId xmlns:a16="http://schemas.microsoft.com/office/drawing/2014/main" val="371955827"/>
                    </a:ext>
                  </a:extLst>
                </a:gridCol>
                <a:gridCol w="1112397">
                  <a:extLst>
                    <a:ext uri="{9D8B030D-6E8A-4147-A177-3AD203B41FA5}">
                      <a16:colId xmlns:a16="http://schemas.microsoft.com/office/drawing/2014/main" val="3870933989"/>
                    </a:ext>
                  </a:extLst>
                </a:gridCol>
                <a:gridCol w="1112397">
                  <a:extLst>
                    <a:ext uri="{9D8B030D-6E8A-4147-A177-3AD203B41FA5}">
                      <a16:colId xmlns:a16="http://schemas.microsoft.com/office/drawing/2014/main" val="2024441524"/>
                    </a:ext>
                  </a:extLst>
                </a:gridCol>
              </a:tblGrid>
              <a:tr h="2356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l-NL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Pipe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⌀ (mm)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Priority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Length (m)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Install score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 </a:t>
                      </a:r>
                      <a:r>
                        <a:rPr lang="nl-NL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Waypoints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3097"/>
                  </a:ext>
                </a:extLst>
              </a:tr>
              <a:tr h="3508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 STB HP Fuel Supply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516761"/>
                  </a:ext>
                </a:extLst>
              </a:tr>
              <a:tr h="3508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 PORT HP Fuel Supply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50548"/>
                  </a:ext>
                </a:extLst>
              </a:tr>
              <a:tr h="3508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 STB Jacket Cooling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1.10×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623062"/>
                  </a:ext>
                </a:extLst>
              </a:tr>
              <a:tr h="3508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 PORT Jacket Cooling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8.9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0.913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1.18×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39240"/>
                  </a:ext>
                </a:extLst>
              </a:tr>
              <a:tr h="3508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Sea Water Cooling Main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0.868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1.32×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109061"/>
                  </a:ext>
                </a:extLst>
              </a:tr>
              <a:tr h="12567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Fire Main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10.4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527411"/>
                  </a:ext>
                </a:extLst>
              </a:tr>
              <a:tr h="2356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Starting Air STB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12.6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1.24×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127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031839"/>
                  </a:ext>
                </a:extLst>
              </a:tr>
              <a:tr h="2356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DG1 Fuel Supply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0.906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1.20×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798075"/>
                  </a:ext>
                </a:extLst>
              </a:tr>
              <a:tr h="2356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DG2 Fuel Supply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787344"/>
                  </a:ext>
                </a:extLst>
              </a:tr>
              <a:tr h="2356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Ballast Main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17.6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1.16×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177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768469"/>
                  </a:ext>
                </a:extLst>
              </a:tr>
              <a:tr h="2356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Starting Air PORT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9.8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1.31×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002397"/>
                  </a:ext>
                </a:extLst>
              </a:tr>
              <a:tr h="2356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Bilge Main Discharge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0.916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1.17×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102088"/>
                  </a:ext>
                </a:extLst>
              </a:tr>
              <a:tr h="2356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Bilge STB Collection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0.976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870395"/>
                  </a:ext>
                </a:extLst>
              </a:tr>
              <a:tr h="3508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Bilge PORT Collection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152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830638"/>
                  </a:ext>
                </a:extLst>
              </a:tr>
              <a:tr h="2356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Fuel Oil Transfer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0.91×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nl-NL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5236" marR="5236" marT="52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658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009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114FB-4E5F-2C48-12AF-03EF4178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nl-NL" sz="2400" dirty="0" err="1"/>
              <a:t>Averaged</a:t>
            </a:r>
            <a:r>
              <a:rPr lang="nl-NL" sz="2400" dirty="0"/>
              <a:t> </a:t>
            </a:r>
            <a:r>
              <a:rPr lang="nl-NL" sz="2400" dirty="0" err="1"/>
              <a:t>Install</a:t>
            </a:r>
            <a:r>
              <a:rPr lang="nl-NL" sz="2400" dirty="0"/>
              <a:t> Score </a:t>
            </a:r>
            <a:r>
              <a:rPr lang="nl-NL" sz="2400" dirty="0" err="1"/>
              <a:t>and</a:t>
            </a:r>
            <a:r>
              <a:rPr lang="nl-NL" sz="2400" dirty="0"/>
              <a:t> TM</a:t>
            </a:r>
            <a:br>
              <a:rPr lang="nl-NL" sz="2400" dirty="0"/>
            </a:br>
            <a:endParaRPr lang="nl-NL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2361215-B082-326E-55E8-380C6BFC4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nl-NL" sz="1800" dirty="0" err="1"/>
              <a:t>Install</a:t>
            </a:r>
            <a:r>
              <a:rPr lang="nl-NL" sz="1800" dirty="0"/>
              <a:t> </a:t>
            </a:r>
            <a:r>
              <a:rPr lang="nl-NL" sz="1800" dirty="0" err="1"/>
              <a:t>preference</a:t>
            </a:r>
            <a:r>
              <a:rPr lang="nl-NL" sz="1800" dirty="0"/>
              <a:t> in </a:t>
            </a:r>
            <a:r>
              <a:rPr lang="nl-NL" sz="1800" dirty="0" err="1"/>
              <a:t>cost</a:t>
            </a:r>
            <a:r>
              <a:rPr lang="nl-NL" sz="1800" dirty="0"/>
              <a:t> </a:t>
            </a:r>
            <a:r>
              <a:rPr lang="nl-NL" sz="1800" dirty="0" err="1"/>
              <a:t>function</a:t>
            </a:r>
            <a:r>
              <a:rPr lang="nl-NL" sz="1800" dirty="0"/>
              <a:t> </a:t>
            </a:r>
            <a:r>
              <a:rPr lang="nl-NL" sz="1800" dirty="0" err="1"/>
              <a:t>becomes</a:t>
            </a:r>
            <a:r>
              <a:rPr lang="nl-NL" sz="1800" dirty="0"/>
              <a:t> dominant </a:t>
            </a:r>
            <a:r>
              <a:rPr lang="nl-NL" sz="1800" dirty="0" err="1"/>
              <a:t>from</a:t>
            </a:r>
            <a:r>
              <a:rPr lang="nl-NL" sz="1800" dirty="0"/>
              <a:t> 2 </a:t>
            </a:r>
            <a:r>
              <a:rPr lang="nl-NL" sz="1800" dirty="0" err="1"/>
              <a:t>onwards</a:t>
            </a:r>
            <a:r>
              <a:rPr lang="nl-NL" sz="1800" dirty="0"/>
              <a:t>.</a:t>
            </a:r>
          </a:p>
          <a:p>
            <a:r>
              <a:rPr lang="nl-NL" sz="1800" dirty="0"/>
              <a:t>Inverse peak </a:t>
            </a:r>
            <a:r>
              <a:rPr lang="nl-NL" sz="1800" dirty="0" err="1"/>
              <a:t>explained</a:t>
            </a:r>
            <a:r>
              <a:rPr lang="nl-NL" sz="1800" dirty="0"/>
              <a:t> next slide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DE04BE-B054-49BB-5187-3D7A72BE5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920" y="517600"/>
            <a:ext cx="3657600" cy="27432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F089A3-3F1E-DE3E-13A2-8174D059C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920" y="342900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1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6F8ED-3C22-D066-7F1D-7C93EC45B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Initial descrepancy when increasing installability dominance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252EE0-426E-49E4-D48D-347324352AF3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Install score only affected by mid-level priority pipes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High priority pipes take high clearance space, mid-level pushed here due to shorter routing dominance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B4E5B4-1C6F-9E83-1FA3-C47279B56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525549"/>
            <a:ext cx="6440424" cy="375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62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313B4-3646-015D-F4BD-8D047F2E3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nl-NL" sz="3400"/>
              <a:t>Relation Install score &amp; time multiplier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AE58B-FF48-3E14-F9E1-569801FAD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nl-NL" sz="1800"/>
              <a:t>Extreme linear correlation: Pearson r = -0.9995.</a:t>
            </a:r>
          </a:p>
          <a:p>
            <a:pPr lvl="1"/>
            <a:r>
              <a:rPr lang="nl-NL" sz="1800"/>
              <a:t>Near perfect inverse linear correlation</a:t>
            </a:r>
          </a:p>
          <a:p>
            <a:r>
              <a:rPr lang="nl-NL" sz="1800"/>
              <a:t>Explicable as follows:</a:t>
            </a:r>
          </a:p>
          <a:p>
            <a:pPr lvl="1"/>
            <a:r>
              <a:rPr lang="nl-NL" sz="1800"/>
              <a:t>2 inputs from engineers, describing install ease phenomenon</a:t>
            </a:r>
          </a:p>
          <a:p>
            <a:pPr lvl="1"/>
            <a:r>
              <a:rPr lang="nl-NL" sz="1800"/>
              <a:t>Demonstrates the internal consistency of 9 questioned experts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9CD3A-35F2-98B0-7789-72F0BE916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986164"/>
            <a:ext cx="6440424" cy="48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8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</TotalTime>
  <Words>357</Words>
  <Application>Microsoft Office PowerPoint</Application>
  <PresentationFormat>Widescreen</PresentationFormat>
  <Paragraphs>149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Validation of Damen Installability Pipe routing tool</vt:lpstr>
      <vt:lpstr>Built around cost function</vt:lpstr>
      <vt:lpstr>Adjusting installability dominance</vt:lpstr>
      <vt:lpstr>Input</vt:lpstr>
      <vt:lpstr>Outputs: Example for w_inst= 0.0</vt:lpstr>
      <vt:lpstr>Averaged Install Score and TM </vt:lpstr>
      <vt:lpstr>Initial descrepancy when increasing installability dominance</vt:lpstr>
      <vt:lpstr>Relation Install score &amp; time multiplier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Laurens Ooms</dc:creator>
  <cp:lastModifiedBy>Laurens Ooms</cp:lastModifiedBy>
  <cp:revision>1</cp:revision>
  <dcterms:created xsi:type="dcterms:W3CDTF">2026-04-23T08:12:40Z</dcterms:created>
  <dcterms:modified xsi:type="dcterms:W3CDTF">2026-04-24T07:00:38Z</dcterms:modified>
</cp:coreProperties>
</file>